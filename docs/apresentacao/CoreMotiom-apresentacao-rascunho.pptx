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822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</a:rPr>
              <a:t>CoreMotiom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</a:rPr>
              <a:t>Marketplace esportivo com lojas oficiais e venda entre atletas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E5E7EB"/>
                </a:solidFill>
              </a:rPr>
              <a:t>Curso: [NOME DO CURSO]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5E7EB"/>
                </a:solidFill>
              </a:rPr>
              <a:t>Instituição: [NOME DA INSTITUIÇÃO]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5E7EB"/>
                </a:solidFill>
              </a:rPr>
              <a:t>Disciplina: Etapa 5 (TCC) · Professor: Antonio Carlos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5E7EB"/>
                </a:solidFill>
              </a:rPr>
              <a:t>Equipe: nomes em ordem numérica (slide 2) · Data: [DATA DA APRESENTAÇÃO]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Daily Scrum: a equipe e os papéis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463040"/>
                <a:gridCol w="2743200"/>
                <a:gridCol w="3108960"/>
                <a:gridCol w="3108960"/>
              </a:tblGrid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Nº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Foto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Integrante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Papel no Scrum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Função no projeto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[foto]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[nome completo]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[Scrum Master, Product Owner ou Developer]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[função no projeto]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[foto]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[nome completo]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[Scrum Master, Product Owner ou Developer]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[função no projeto]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[foto]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[nome completo]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[Scrum Master, Product Owner ou Developer]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[função no projeto]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[foto]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[nome completo]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[Scrum Master, Product Owner ou Developer]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[função no projeto]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[foto]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[nome completo]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[Scrum Master, Product Owner ou Developer]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[função no projeto]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Substituir cada “[foto]” pela foto do integrante (tipo 3×4 ou quadrada), no próprio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Problema e justificativa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Atletas e lojas de artigos esportivos precisam de um canal único para compra oficial e venda entre pessoas.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Marketplaces exigem controle de acesso correto: quem pode anunciar, moderar, verificar lojas e alterar papéis.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Geral: desenvolver e disponibilizar um marketplace esportivo com hierarquia de papéis.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Específicos: catálogo B2C e C2C, lojas com selo de verificação, compra com pagamento simulado, comunidade com moderação, painel de gestão e controle de acesso no banco.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Metodologia (Scrum)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Papéis, eventos (Sprint Planning, Daily Scrum, Sprint Review e Retrospectiva) e artefatos (Product Backlog e Incremento).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[Inserir: número de sprints, datas e principais entregas de cada sprint.]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Requisitos e casos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6</a:t>
            </a:r>
          </a:p>
        </p:txBody>
      </p:sp>
      <p:pic>
        <p:nvPicPr>
          <p:cNvPr id="6" name="Picture 5" descr="caso-de-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861639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76039" y="1554480"/>
            <a:ext cx="4836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 Diagrama de casos de uso: 14 casos de uso e 5 atores.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 Uso geral: Visitante, Atleta e Lojista.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 Gestão: Supervisor e Administrador.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 Diagrama completo em docs/diagramas/caso-de-uso.png, no repositório.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Hierarquia de papéis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669280" cy="7498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Administrador</a:t>
            </a:r>
          </a:p>
          <a:p>
            <a:r>
              <a:rPr sz="1300">
                <a:solidFill>
                  <a:srgbClr val="FFFFFF"/>
                </a:solidFill>
              </a:rPr>
              <a:t>todas as capacidades, exceto sobre contas-mestre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669280" cy="7498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Supervisor</a:t>
            </a:r>
          </a:p>
          <a:p>
            <a:r>
              <a:rPr sz="1300">
                <a:solidFill>
                  <a:srgbClr val="FFFFFF"/>
                </a:solidFill>
              </a:rPr>
              <a:t>modera, gerencia pedidos e verifica lojas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5669280" cy="749808"/>
          </a:xfrm>
          <a:prstGeom prst="round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Lojista</a:t>
            </a:r>
          </a:p>
          <a:p>
            <a:r>
              <a:rPr sz="1300">
                <a:solidFill>
                  <a:srgbClr val="FFFFFF"/>
                </a:solidFill>
              </a:rPr>
              <a:t>Atleta com loja própria (B2C)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5669280" cy="7498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Atleta (Usuário)</a:t>
            </a:r>
          </a:p>
          <a:p>
            <a:r>
              <a:rPr sz="1300">
                <a:solidFill>
                  <a:srgbClr val="FFFFFF"/>
                </a:solidFill>
              </a:rPr>
              <a:t>compra, anuncia (C2C) e participa da comunidade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5669280" cy="749808"/>
          </a:xfrm>
          <a:prstGeom prst="round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Visitante</a:t>
            </a:r>
          </a:p>
          <a:p>
            <a:r>
              <a:rPr sz="1300">
                <a:solidFill>
                  <a:srgbClr val="FFFFFF"/>
                </a:solidFill>
              </a:rPr>
              <a:t>navega na vitrine, sem escrita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 Supervisor modera, gerencia pedidos e verifica lojas; não altera papéis nem exclui contas.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 Administrador tem todas as capacidades, exceto sobre contas-mestre (que não podem ser suspensas, rebaixadas nem excluídas).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 A matriz completa está no README, na seção Papéis e permissões.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Arquitetura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Frontend e API: Next.js 15 (App Router), React 19 e TypeScript.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Autenticação: Supabase Auth (token JWT), validado no servidor a cada requisição.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Banco: PostgreSQL com Row Level Security, triggers e privilégios mínimos.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</a:rPr>
              <a:t>•  Regras de permissão aplicadas no servidor (rotas de API) e no banco (RLS); a interface apenas esconde o que não é permitido.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Segurança: achados e correções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Linha de base (esquema inicial): 29 de 47 cenários de autorização reprovados.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Falhas corrigidas: escalonamento de papel, leitura anônima de perfis, pedido marcado como pago pelo cliente, TRUNCATE por usuários autenticados.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Esquema endurecido: 47 de 47 cenários aprovados.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Rotas de escrita da API: 22 de 22 verificações de 401 (sem token e com token forjado).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Credencial que estava no código foi removida; a senha do banco deve ser redefinida no Supabase antes da publicação.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Demonstração (roteiro)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 Entrar como atleta; navegar no catálogo e filtrar por modalidade.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 Comprar um produto com PIX; abrir Perfil › Meus pedidos.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 Denunciar uma publicação na comunidade.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 Entrar como supervisor; confirmar o pagamento do pedido e remover a publicação denunciada em Moderação da Comunidade.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 Mostrar que, como supervisor, o campo de papel aparece desabilitado na aba de usuários.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 Entrar como administrador; alterar o papel de uma conta; mostrar que as contas-mestre aparecem com selo de equipe, sem campo de papel.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Testes e validação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Verificação de tipos, lint e build aprovados (lint: 0 erros, 23 avisos de imagem).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Testes de autorização do banco: 47 de 47 no esquema endurecido.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Teste de fumaça da API: 22 de 22.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CI no GitHub Actions a cada push e pull request para main.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Testes manuais de interface (compra, selo, moderação e papéis) previstos no plano; execução pela equipe.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Limitações e trabalhos futuros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827"/>
                </a:solidFill>
              </a:rPr>
              <a:t>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Pagamentos simulados (sem gateway).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SmartScan simulado (sem modelo de imagem).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Sem testes ponta a ponta de interface.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Treinadores com dados estáticos.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827"/>
                </a:solidFill>
              </a:rPr>
              <a:t>Trabalhos futuros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Integrar gateway de pagamento real.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Testes ponta a ponta (ex.: Playwright) na integração contínua.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Servidor usando o token do usuário nas consultas, para a RLS valer também na API.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</a:rPr>
              <a:t>•  Migrar treinadores e notícias para tabelas no banco.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Links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Código-fonte completo: https://github.com/MattheusHKrainski/-CoreMotion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Documentação do aplicativo (README e banco): [inserir link do README no GitHub]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Documento do TCC (ABNT): [inserir link do arquivo docs/tcc/TCC-CoreMotiom-ABNT.docx no GitHub]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Scripts de banco de dados: [inserir link de supabase/migrations/ no GitHub]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</a:rPr>
              <a:t>•  Sistema publicado (somente GitHub): [a definir pela equipe]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Agradecimentos e perguntas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CoreMotiom · rascunho para o PowerPoint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 Agradecimento ao professor orientador.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</a:rPr>
              <a:t>•  Espaço para perguntas.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